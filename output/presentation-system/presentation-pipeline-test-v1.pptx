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b5b16566444147" /><Relationship Type="http://schemas.openxmlformats.org/officeDocument/2006/relationships/extended-properties" Target="/docProps/app.xml" Id="Rb2535fe6371d4664" /><Relationship Type="http://schemas.openxmlformats.org/officeDocument/2006/relationships/officeDocument" Target="/ppt/presentation.xml" Id="R3c343948127048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2cb85a6b794b4f"/>
  </p:sldMasterIdLst>
  <p:notesMasterIdLst>
    <p:notesMasterId xmlns:r="http://schemas.openxmlformats.org/officeDocument/2006/relationships" r:id="Ra5f42fdf0b4d4638"/>
  </p:notesMasterIdLst>
  <p:sldIdLst>
    <p:sldId xmlns:r="http://schemas.openxmlformats.org/officeDocument/2006/relationships" id="256" r:id="R551688ea1ff54e28"/>
    <p:sldId xmlns:r="http://schemas.openxmlformats.org/officeDocument/2006/relationships" id="257" r:id="R61063e2f122a437f"/>
    <p:sldId xmlns:r="http://schemas.openxmlformats.org/officeDocument/2006/relationships" id="258" r:id="Re0cbe62ed3654ad7"/>
    <p:sldId xmlns:r="http://schemas.openxmlformats.org/officeDocument/2006/relationships" id="259" r:id="R8d2f9a29b22741b1"/>
    <p:sldId xmlns:r="http://schemas.openxmlformats.org/officeDocument/2006/relationships" id="260" r:id="R08db69af50ac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cb05894ca4f97" /><Relationship Type="http://schemas.openxmlformats.org/officeDocument/2006/relationships/slideMaster" Target="/ppt/slideMasters/slideMaster1.xml" Id="Rdb2cb85a6b794b4f" /><Relationship Type="http://schemas.openxmlformats.org/officeDocument/2006/relationships/notesMaster" Target="/ppt/notesMasters/notesMaster1.xml" Id="Ra5f42fdf0b4d4638" /><Relationship Type="http://schemas.openxmlformats.org/officeDocument/2006/relationships/presProps" Target="/ppt/presProps.xml" Id="R02b34335dc6d40fa" /><Relationship Type="http://schemas.openxmlformats.org/officeDocument/2006/relationships/tableStyles" Target="/ppt/tableStyles.xml" Id="R266f199653c54267" /><Relationship Type="http://schemas.openxmlformats.org/officeDocument/2006/relationships/slide" Target="/ppt/slides/slide1.xml" Id="R551688ea1ff54e28" /><Relationship Type="http://schemas.openxmlformats.org/officeDocument/2006/relationships/slide" Target="/ppt/slides/slide2.xml" Id="R61063e2f122a437f" /><Relationship Type="http://schemas.openxmlformats.org/officeDocument/2006/relationships/slide" Target="/ppt/slides/slide3.xml" Id="Re0cbe62ed3654ad7" /><Relationship Type="http://schemas.openxmlformats.org/officeDocument/2006/relationships/slide" Target="/ppt/slides/slide4.xml" Id="R8d2f9a29b22741b1" /><Relationship Type="http://schemas.openxmlformats.org/officeDocument/2006/relationships/slide" Target="/ppt/slides/slide5.xml" Id="R08db69af50ac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fa34b9bc341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ee225ab2a54c10" /><Relationship Type="http://schemas.openxmlformats.org/officeDocument/2006/relationships/notesMaster" Target="/ppt/notesMasters/notesMaster1.xml" Id="Rcaa98aaf98d3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60987060e4a7a" /><Relationship Type="http://schemas.openxmlformats.org/officeDocument/2006/relationships/notesMaster" Target="/ppt/notesMasters/notesMaster1.xml" Id="Rec49b7b6014b43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64aa7f522a496b" /><Relationship Type="http://schemas.openxmlformats.org/officeDocument/2006/relationships/notesMaster" Target="/ppt/notesMasters/notesMaster1.xml" Id="R52b4a1627f5b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8711f029d40c7" /><Relationship Type="http://schemas.openxmlformats.org/officeDocument/2006/relationships/notesMaster" Target="/ppt/notesMasters/notesMaster1.xml" Id="Rc6004692e9aa4d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5d02fc6ec4148" /><Relationship Type="http://schemas.openxmlformats.org/officeDocument/2006/relationships/notesMaster" Target="/ppt/notesMasters/notesMaster1.xml" Id="R77c581d86683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2ae8aaba747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ead7df83284289" /><Relationship Type="http://schemas.openxmlformats.org/officeDocument/2006/relationships/slideLayout" Target="/ppt/slideLayouts/slideLayout1.xml" Id="Rfa4879aa0f9d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879aa0f9d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431ae8a54023" /><Relationship Type="http://schemas.openxmlformats.org/officeDocument/2006/relationships/notesSlide" Target="/ppt/notesSlides/notesSlide1.xml" Id="R7d9e2e3e07d0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2213b5b00410c" /><Relationship Type="http://schemas.openxmlformats.org/officeDocument/2006/relationships/notesSlide" Target="/ppt/notesSlides/notesSlide2.xml" Id="R4805973fd5e7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3487deede4761" /><Relationship Type="http://schemas.openxmlformats.org/officeDocument/2006/relationships/notesSlide" Target="/ppt/notesSlides/notesSlide3.xml" Id="Ra85f86d61e2c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c0e4f84d24296" /><Relationship Type="http://schemas.openxmlformats.org/officeDocument/2006/relationships/notesSlide" Target="/ppt/notesSlides/notesSlide4.xml" Id="Rb45fd14c4368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1e9f2bc254186" /><Relationship Type="http://schemas.openxmlformats.org/officeDocument/2006/relationships/notesSlide" Target="/ppt/notesSlides/notesSlide5.xml" Id="R2fff5e181fd244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88305-5404-4AD5-B619-9D4E26FC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F133D-4922-44A5-8BF9-D091773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56956-3E82-4CCC-B695-281EF91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把複雜的事，講得有人想聽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9BA1C-D678-4FA4-B5F9-8522BAA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品牌提案母版  v1</a:t>
            </a:r>
          </a:p>
        </p:txBody>
      </p:sp>
    </p:spTree>
    <p:extLst>
      <p:ext uri="{BB962C8B-B14F-4D97-AF65-F5344CB8AC3E}">
        <p14:creationId xmlns:p14="http://schemas.microsoft.com/office/powerpoint/2010/main" val="2138720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C640D-A71A-4CFE-BF60-F90AE01F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4105F-BFA9-400C-A5C9-D002A961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76C86-DFFA-4F26-BC02-59B3F43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章節標題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E1A6D-03B3-489E-92C2-1C5FFD4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這一段只處理一個問題</a:t>
            </a:r>
          </a:p>
        </p:txBody>
      </p:sp>
    </p:spTree>
    <p:extLst>
      <p:ext uri="{BB962C8B-B14F-4D97-AF65-F5344CB8AC3E}">
        <p14:creationId xmlns:p14="http://schemas.microsoft.com/office/powerpoint/2010/main" val="1366158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B988-2597-44FC-A26A-0C5FAC7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FF83A-D399-4815-AD36-0F5A119B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29498-D949-4003-AFE1-8652420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內容頁標題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5B161-B289-411A-A8F6-1F24E8D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把觀點拆成能被理解的段落。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字夠大，留白夠多，聽眾才有空間跟上。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BC33C-7354-4673-A607-AC55738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圖片／案例</a:t>
            </a:r>
          </a:p>
          <a:p xmlns:a="http://schemas.openxmlformats.org/drawingml/2006/main">
            <a:pPr>
              <a:def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放在這一側</a:t>
            </a:r>
          </a:p>
        </p:txBody>
      </p:sp>
    </p:spTree>
    <p:extLst>
      <p:ext uri="{BB962C8B-B14F-4D97-AF65-F5344CB8AC3E}">
        <p14:creationId xmlns:p14="http://schemas.microsoft.com/office/powerpoint/2010/main" val="628938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77A57-BBD6-4135-8A0E-70569A68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78FB-911E-4E55-8FAB-C44CCD6B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D8AF-8C13-4654-87C2-4ADF95E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數據／引用頁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C345D-7EF3-4814-AF2C-80BAA01A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5400" b="1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1 個數字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51131-35DD-405D-AA84-4C9B1F81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旁邊只留解釋這個數字為何重要的文字。來源放在頁腳或講者備註。</a:t>
            </a:r>
          </a:p>
        </p:txBody>
      </p:sp>
    </p:spTree>
    <p:extLst>
      <p:ext uri="{BB962C8B-B14F-4D97-AF65-F5344CB8AC3E}">
        <p14:creationId xmlns:p14="http://schemas.microsoft.com/office/powerpoint/2010/main" val="576834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909D-7320-413F-96B8-0CE726AD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不標準答案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4FBD6-98A1-471B-9ECB-2A42F22C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CAC0E4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824A8-047B-4A42-91AA-EE7A24C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讓觀眾帶走的一句話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7AC12-A7B4-42BA-BB3D-523A9C28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15BD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815BDB"/>
                </a:solidFill>
                <a:latin typeface="Noto Sans TC"/>
                <a:ea typeface="Noto Sans TC"/>
                <a:cs typeface="Noto Sans TC"/>
              </a:rPr>
              <a:t>最後一頁不說「謝謝聆聽」</a:t>
            </a:r>
          </a:p>
        </p:txBody>
      </p:sp>
    </p:spTree>
    <p:extLst>
      <p:ext uri="{BB962C8B-B14F-4D97-AF65-F5344CB8AC3E}">
        <p14:creationId xmlns:p14="http://schemas.microsoft.com/office/powerpoint/2010/main" val="432039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2026-09-22T04:33:16.7740000Z</dcterms:created>
  <dcterms:modified xsi:type="dcterms:W3CDTF">2026-09-22T04:33:16.7740000Z</dcterms:modified>
</coreProperties>
</file>