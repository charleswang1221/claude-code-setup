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35fdeba37e49e9" /><Relationship Type="http://schemas.openxmlformats.org/officeDocument/2006/relationships/extended-properties" Target="/docProps/app.xml" Id="R56920a93ea574d9f" /><Relationship Type="http://schemas.openxmlformats.org/officeDocument/2006/relationships/officeDocument" Target="/ppt/presentation.xml" Id="R9f24e4eb9fa041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c806a137ad414f"/>
  </p:sldMasterIdLst>
  <p:notesMasterIdLst>
    <p:notesMasterId xmlns:r="http://schemas.openxmlformats.org/officeDocument/2006/relationships" r:id="R731cfe7d83704be3"/>
  </p:notesMasterIdLst>
  <p:sldIdLst>
    <p:sldId xmlns:r="http://schemas.openxmlformats.org/officeDocument/2006/relationships" id="256" r:id="Rb57375a2f51d45c0"/>
    <p:sldId xmlns:r="http://schemas.openxmlformats.org/officeDocument/2006/relationships" id="257" r:id="R53572f00a8a34b76"/>
    <p:sldId xmlns:r="http://schemas.openxmlformats.org/officeDocument/2006/relationships" id="258" r:id="R93e6bdf96b2d4f5e"/>
    <p:sldId xmlns:r="http://schemas.openxmlformats.org/officeDocument/2006/relationships" id="259" r:id="Ra2b0ea6db18746e8"/>
    <p:sldId xmlns:r="http://schemas.openxmlformats.org/officeDocument/2006/relationships" id="260" r:id="Red04f3a8a5c641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cb8d5822f84840" /><Relationship Type="http://schemas.openxmlformats.org/officeDocument/2006/relationships/slideMaster" Target="/ppt/slideMasters/slideMaster1.xml" Id="R87c806a137ad414f" /><Relationship Type="http://schemas.openxmlformats.org/officeDocument/2006/relationships/notesMaster" Target="/ppt/notesMasters/notesMaster1.xml" Id="R731cfe7d83704be3" /><Relationship Type="http://schemas.openxmlformats.org/officeDocument/2006/relationships/presProps" Target="/ppt/presProps.xml" Id="Rb69d29d32ea34e31" /><Relationship Type="http://schemas.openxmlformats.org/officeDocument/2006/relationships/tableStyles" Target="/ppt/tableStyles.xml" Id="Rf07b9cd2d93a4aa4" /><Relationship Type="http://schemas.openxmlformats.org/officeDocument/2006/relationships/slide" Target="/ppt/slides/slide1.xml" Id="Rb57375a2f51d45c0" /><Relationship Type="http://schemas.openxmlformats.org/officeDocument/2006/relationships/slide" Target="/ppt/slides/slide2.xml" Id="R53572f00a8a34b76" /><Relationship Type="http://schemas.openxmlformats.org/officeDocument/2006/relationships/slide" Target="/ppt/slides/slide3.xml" Id="R93e6bdf96b2d4f5e" /><Relationship Type="http://schemas.openxmlformats.org/officeDocument/2006/relationships/slide" Target="/ppt/slides/slide4.xml" Id="Ra2b0ea6db18746e8" /><Relationship Type="http://schemas.openxmlformats.org/officeDocument/2006/relationships/slide" Target="/ppt/slides/slide5.xml" Id="Red04f3a8a5c641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24e9e4c4ab42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ffad669b8b4090" /><Relationship Type="http://schemas.openxmlformats.org/officeDocument/2006/relationships/notesMaster" Target="/ppt/notesMasters/notesMaster1.xml" Id="R939ad065d81840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100068d08e409a" /><Relationship Type="http://schemas.openxmlformats.org/officeDocument/2006/relationships/notesMaster" Target="/ppt/notesMasters/notesMaster1.xml" Id="Ra1726b3b759941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6c2fd4ddec49ae" /><Relationship Type="http://schemas.openxmlformats.org/officeDocument/2006/relationships/notesMaster" Target="/ppt/notesMasters/notesMaster1.xml" Id="Rd8eb9e3549d944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4007589d2b4027" /><Relationship Type="http://schemas.openxmlformats.org/officeDocument/2006/relationships/notesMaster" Target="/ppt/notesMasters/notesMaster1.xml" Id="R40ca4af1914142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7f55c585474e4f" /><Relationship Type="http://schemas.openxmlformats.org/officeDocument/2006/relationships/notesMaster" Target="/ppt/notesMasters/notesMaster1.xml" Id="R1e64f98eb60f43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289fda8cc4f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a7f2d7458b444a" /><Relationship Type="http://schemas.openxmlformats.org/officeDocument/2006/relationships/slideLayout" Target="/ppt/slideLayouts/slideLayout1.xml" Id="R6307045d426b44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07045d426b44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f3caec48e42fd" /><Relationship Type="http://schemas.openxmlformats.org/officeDocument/2006/relationships/notesSlide" Target="/ppt/notesSlides/notesSlide1.xml" Id="Rb625a757958e4b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4a4ae83c3436d" /><Relationship Type="http://schemas.openxmlformats.org/officeDocument/2006/relationships/notesSlide" Target="/ppt/notesSlides/notesSlide2.xml" Id="R52f060c98d844f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8b23ce5604cc3" /><Relationship Type="http://schemas.openxmlformats.org/officeDocument/2006/relationships/notesSlide" Target="/ppt/notesSlides/notesSlide3.xml" Id="R3ace77a45a5641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c7db24bcd42eb" /><Relationship Type="http://schemas.openxmlformats.org/officeDocument/2006/relationships/notesSlide" Target="/ppt/notesSlides/notesSlide4.xml" Id="R68d618e81b8549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b0a45b8b446c1" /><Relationship Type="http://schemas.openxmlformats.org/officeDocument/2006/relationships/notesSlide" Target="/ppt/notesSlides/notesSlide5.xml" Id="R51bc860e143d47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06AF7-AE53-4219-BECB-8FCD7102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B915C-C92C-43FD-8572-5EB4E976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8D7F7-C30C-483A-AB2C-91E6690C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把複雜的事，講得有人想聽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7E09A-166F-46C1-BB5B-F5C6C7FB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15BD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815BDB"/>
                </a:solidFill>
                <a:latin typeface="Noto Sans TC"/>
                <a:ea typeface="Noto Sans TC"/>
                <a:cs typeface="Noto Sans TC"/>
              </a:rPr>
              <a:t>品牌提案母版  v1</a:t>
            </a:r>
          </a:p>
        </p:txBody>
      </p:sp>
    </p:spTree>
    <p:extLst>
      <p:ext uri="{BB962C8B-B14F-4D97-AF65-F5344CB8AC3E}">
        <p14:creationId xmlns:p14="http://schemas.microsoft.com/office/powerpoint/2010/main" val="942836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54315-9D91-4092-914D-4DC6C403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7EBB7-0EA8-44F9-BE7B-E023488A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AE890-1A00-487E-80B7-8B01D8F3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章節標題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D6133-50BC-4A55-B8FA-B57F8ED1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這一段只處理一個問題</a:t>
            </a:r>
          </a:p>
        </p:txBody>
      </p:sp>
    </p:spTree>
    <p:extLst>
      <p:ext uri="{BB962C8B-B14F-4D97-AF65-F5344CB8AC3E}">
        <p14:creationId xmlns:p14="http://schemas.microsoft.com/office/powerpoint/2010/main" val="670280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B7D14-24B5-47AD-BAE8-29A695A7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07EF8-D393-40AE-AEF7-405E61B6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F19EB-F0F7-4FA0-A28B-4E77700F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內容頁標題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DD964-BBC9-4D3E-BD68-AA06CB9D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把觀點拆成能被理解的段落。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字夠大，留白夠多，聽眾才有空間跟上。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5858C-AC21-4FB5-92EE-03184BA2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667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0A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圖片／案例</a:t>
            </a:r>
          </a:p>
          <a:p xmlns:a="http://schemas.openxmlformats.org/drawingml/2006/main">
            <a:pPr>
              <a:defRPr sz="165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放在這一側</a:t>
            </a:r>
          </a:p>
        </p:txBody>
      </p:sp>
    </p:spTree>
    <p:extLst>
      <p:ext uri="{BB962C8B-B14F-4D97-AF65-F5344CB8AC3E}">
        <p14:creationId xmlns:p14="http://schemas.microsoft.com/office/powerpoint/2010/main" val="465405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04BD5-231E-4A6C-9CD9-0BDD3E5A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AA059-986A-42F7-8577-700B55E3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465BF-453B-4F52-A180-AAC3E289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數據／引用頁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ABDC9-DD26-4E3D-9510-26E979B5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815BDB"/>
                </a:solidFill>
                <a:latin typeface="Noto Sans TC"/>
                <a:ea typeface="Noto Sans TC"/>
                <a:cs typeface="Noto Sans TC"/>
              </a:defRPr>
            </a:pPr>
            <a:r>
              <a:rPr sz="5400" b="1">
                <a:solidFill>
                  <a:srgbClr val="815BDB"/>
                </a:solidFill>
                <a:latin typeface="Noto Sans TC"/>
                <a:ea typeface="Noto Sans TC"/>
                <a:cs typeface="Noto Sans TC"/>
              </a:rPr>
              <a:t>1 個數字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E35E2-8FF5-4A66-802A-FA146E3F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旁邊只留解釋這個數字為何重要的文字。來源放在頁腳或講者備註。</a:t>
            </a:r>
          </a:p>
        </p:txBody>
      </p:sp>
    </p:spTree>
    <p:extLst>
      <p:ext uri="{BB962C8B-B14F-4D97-AF65-F5344CB8AC3E}">
        <p14:creationId xmlns:p14="http://schemas.microsoft.com/office/powerpoint/2010/main" val="762886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B66AA-EEF9-49C8-9B97-9A2135DE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7753D-E11A-4D1B-9C04-2956B873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F5511-D977-445B-B5F1-2BD4C4E6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讓觀眾帶走的一句話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B2598-A948-457E-8F21-EEDCC91A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15BD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815BDB"/>
                </a:solidFill>
                <a:latin typeface="Noto Sans TC"/>
                <a:ea typeface="Noto Sans TC"/>
                <a:cs typeface="Noto Sans TC"/>
              </a:rPr>
              <a:t>最後一頁不說「謝謝聆聽」</a:t>
            </a:r>
          </a:p>
        </p:txBody>
      </p:sp>
    </p:spTree>
    <p:extLst>
      <p:ext uri="{BB962C8B-B14F-4D97-AF65-F5344CB8AC3E}">
        <p14:creationId xmlns:p14="http://schemas.microsoft.com/office/powerpoint/2010/main" val="1603814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2026-09-22T04:33:04.2180000Z</dcterms:created>
  <dcterms:modified xsi:type="dcterms:W3CDTF">2026-09-22T04:33:04.2180000Z</dcterms:modified>
</coreProperties>
</file>