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7e037f7ae2498b" /><Relationship Type="http://schemas.openxmlformats.org/officeDocument/2006/relationships/extended-properties" Target="/docProps/app.xml" Id="Ra4c3c878de704461" /><Relationship Type="http://schemas.openxmlformats.org/officeDocument/2006/relationships/officeDocument" Target="/ppt/presentation.xml" Id="R30a97b30c1c841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82a9e1b31f459f"/>
  </p:sldMasterIdLst>
  <p:notesMasterIdLst>
    <p:notesMasterId xmlns:r="http://schemas.openxmlformats.org/officeDocument/2006/relationships" r:id="R82ffd7f69da94b10"/>
  </p:notesMasterIdLst>
  <p:sldIdLst>
    <p:sldId xmlns:r="http://schemas.openxmlformats.org/officeDocument/2006/relationships" id="256" r:id="R90770494495b43b8"/>
    <p:sldId xmlns:r="http://schemas.openxmlformats.org/officeDocument/2006/relationships" id="257" r:id="Rc78cdb0846c94f1c"/>
    <p:sldId xmlns:r="http://schemas.openxmlformats.org/officeDocument/2006/relationships" id="258" r:id="R8ea571fc13a94006"/>
    <p:sldId xmlns:r="http://schemas.openxmlformats.org/officeDocument/2006/relationships" id="259" r:id="R9839875e83e64781"/>
    <p:sldId xmlns:r="http://schemas.openxmlformats.org/officeDocument/2006/relationships" id="260" r:id="R2baecd101a544a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d0b3afdf5b416e" /><Relationship Type="http://schemas.openxmlformats.org/officeDocument/2006/relationships/slideMaster" Target="/ppt/slideMasters/slideMaster1.xml" Id="R9b82a9e1b31f459f" /><Relationship Type="http://schemas.openxmlformats.org/officeDocument/2006/relationships/notesMaster" Target="/ppt/notesMasters/notesMaster1.xml" Id="R82ffd7f69da94b10" /><Relationship Type="http://schemas.openxmlformats.org/officeDocument/2006/relationships/presProps" Target="/ppt/presProps.xml" Id="Rc62cda44d160440a" /><Relationship Type="http://schemas.openxmlformats.org/officeDocument/2006/relationships/tableStyles" Target="/ppt/tableStyles.xml" Id="R9eb0a3e51c3d448f" /><Relationship Type="http://schemas.openxmlformats.org/officeDocument/2006/relationships/slide" Target="/ppt/slides/slide1.xml" Id="R90770494495b43b8" /><Relationship Type="http://schemas.openxmlformats.org/officeDocument/2006/relationships/slide" Target="/ppt/slides/slide2.xml" Id="Rc78cdb0846c94f1c" /><Relationship Type="http://schemas.openxmlformats.org/officeDocument/2006/relationships/slide" Target="/ppt/slides/slide3.xml" Id="R8ea571fc13a94006" /><Relationship Type="http://schemas.openxmlformats.org/officeDocument/2006/relationships/slide" Target="/ppt/slides/slide4.xml" Id="R9839875e83e64781" /><Relationship Type="http://schemas.openxmlformats.org/officeDocument/2006/relationships/slide" Target="/ppt/slides/slide5.xml" Id="R2baecd101a544a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9eee54c5394d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11ebb76b164b4a" /><Relationship Type="http://schemas.openxmlformats.org/officeDocument/2006/relationships/notesMaster" Target="/ppt/notesMasters/notesMaster1.xml" Id="R7af617773a0044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52a746c7324833" /><Relationship Type="http://schemas.openxmlformats.org/officeDocument/2006/relationships/notesMaster" Target="/ppt/notesMasters/notesMaster1.xml" Id="R617b9192797e47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45a956d8c44056" /><Relationship Type="http://schemas.openxmlformats.org/officeDocument/2006/relationships/notesMaster" Target="/ppt/notesMasters/notesMaster1.xml" Id="Rbb7ca5c490d546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5916d5f24c42bd" /><Relationship Type="http://schemas.openxmlformats.org/officeDocument/2006/relationships/notesMaster" Target="/ppt/notesMasters/notesMaster1.xml" Id="Rba45389bb4fe41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fa2f20525140bc" /><Relationship Type="http://schemas.openxmlformats.org/officeDocument/2006/relationships/notesMaster" Target="/ppt/notesMasters/notesMaster1.xml" Id="R94f1cd223eaf40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144d3641442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6d1016de1749a2" /><Relationship Type="http://schemas.openxmlformats.org/officeDocument/2006/relationships/slideLayout" Target="/ppt/slideLayouts/slideLayout1.xml" Id="R57960c5bcbd148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960c5bcbd148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f5e08cf444ffc" /><Relationship Type="http://schemas.openxmlformats.org/officeDocument/2006/relationships/notesSlide" Target="/ppt/notesSlides/notesSlide1.xml" Id="R16290fffe3e04a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5db2994b44cf6" /><Relationship Type="http://schemas.openxmlformats.org/officeDocument/2006/relationships/notesSlide" Target="/ppt/notesSlides/notesSlide2.xml" Id="R317750dff3ab4f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8a51d9ddd4921" /><Relationship Type="http://schemas.openxmlformats.org/officeDocument/2006/relationships/notesSlide" Target="/ppt/notesSlides/notesSlide3.xml" Id="R1dd62b6f3d2d45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dea5001a24334" /><Relationship Type="http://schemas.openxmlformats.org/officeDocument/2006/relationships/notesSlide" Target="/ppt/notesSlides/notesSlide4.xml" Id="Rec1b70aeefb44a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a411268ee40a8" /><Relationship Type="http://schemas.openxmlformats.org/officeDocument/2006/relationships/notesSlide" Target="/ppt/notesSlides/notesSlide5.xml" Id="R0834934339804a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DCAF3-AF81-487D-B2BD-51ABDBE2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rPr>
              <a:t>不標準答案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239A7-9A88-4AEE-B52E-BBA6AA54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168DB-5F65-4629-AB6D-DEDCB244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0212A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20212A"/>
                </a:solidFill>
                <a:latin typeface="Noto Sans TC"/>
                <a:ea typeface="Noto Sans TC"/>
                <a:cs typeface="Noto Sans TC"/>
              </a:rPr>
              <a:t>課程／知識分享簡報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55100-C936-4A38-8C7E-30916381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27F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E27F2E"/>
                </a:solidFill>
                <a:latin typeface="Noto Sans TC"/>
                <a:ea typeface="Noto Sans TC"/>
                <a:cs typeface="Noto Sans TC"/>
              </a:rPr>
              <a:t>工作坊與課程母版  v1</a:t>
            </a:r>
          </a:p>
        </p:txBody>
      </p:sp>
    </p:spTree>
    <p:extLst>
      <p:ext uri="{BB962C8B-B14F-4D97-AF65-F5344CB8AC3E}">
        <p14:creationId xmlns:p14="http://schemas.microsoft.com/office/powerpoint/2010/main" val="1167000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78498-638C-4161-92D6-960215B4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rPr>
              <a:t>不標準答案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409AC-4C92-4033-A656-409F8B9D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47DF9-4586-4BA2-8102-6457279C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0212A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20212A"/>
                </a:solidFill>
                <a:latin typeface="Noto Sans TC"/>
                <a:ea typeface="Noto Sans TC"/>
                <a:cs typeface="Noto Sans TC"/>
              </a:rPr>
              <a:t>章節標題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1AFFC-D8C3-4FC5-AEE2-BCF16D71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rPr>
              <a:t>這一段只處理一個問題</a:t>
            </a:r>
          </a:p>
        </p:txBody>
      </p:sp>
    </p:spTree>
    <p:extLst>
      <p:ext uri="{BB962C8B-B14F-4D97-AF65-F5344CB8AC3E}">
        <p14:creationId xmlns:p14="http://schemas.microsoft.com/office/powerpoint/2010/main" val="2605466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6FD6B-22AB-4A0F-A9BA-DF0FF76A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rPr>
              <a:t>不標準答案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EF233-1B76-426C-8259-5A5DA204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46E67-D065-40DD-8805-375F7BFE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2A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20212A"/>
                </a:solidFill>
                <a:latin typeface="Noto Sans TC"/>
                <a:ea typeface="Noto Sans TC"/>
                <a:cs typeface="Noto Sans TC"/>
              </a:rPr>
              <a:t>內容頁標題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0F1C9-CBFC-4877-BFC6-996449DD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12A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20212A"/>
                </a:solidFill>
                <a:latin typeface="Noto Sans TC"/>
                <a:ea typeface="Noto Sans TC"/>
                <a:cs typeface="Noto Sans TC"/>
              </a:rPr>
              <a:t>把觀點拆成能被理解的段落。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212A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20212A"/>
                </a:solidFill>
                <a:latin typeface="Noto Sans TC"/>
                <a:ea typeface="Noto Sans TC"/>
                <a:cs typeface="Noto Sans TC"/>
              </a:rPr>
              <a:t>字夠大，留白夠多，聽眾才有空間跟上。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F78D7-1E28-4C49-8995-701FAF5E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667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rPr>
              <a:t>圖片／案例</a:t>
            </a:r>
          </a:p>
          <a:p xmlns:a="http://schemas.openxmlformats.org/drawingml/2006/main">
            <a:pPr>
              <a:defRPr sz="165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rPr>
              <a:t>放在這一側</a:t>
            </a:r>
          </a:p>
        </p:txBody>
      </p:sp>
    </p:spTree>
    <p:extLst>
      <p:ext uri="{BB962C8B-B14F-4D97-AF65-F5344CB8AC3E}">
        <p14:creationId xmlns:p14="http://schemas.microsoft.com/office/powerpoint/2010/main" val="4038122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89E3C-1543-42AD-96F1-5971779E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rPr>
              <a:t>不標準答案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51660-E563-4BDF-8F40-EEA8260F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7A2EC-6027-433B-ACE3-56631F08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2A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20212A"/>
                </a:solidFill>
                <a:latin typeface="Noto Sans TC"/>
                <a:ea typeface="Noto Sans TC"/>
                <a:cs typeface="Noto Sans TC"/>
              </a:rPr>
              <a:t>數據／引用頁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A8173-6589-4BDA-B390-1BA79BE4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27F2E"/>
                </a:solidFill>
                <a:latin typeface="Noto Sans TC"/>
                <a:ea typeface="Noto Sans TC"/>
                <a:cs typeface="Noto Sans TC"/>
              </a:defRPr>
            </a:pPr>
            <a:r>
              <a:rPr sz="5400" b="1">
                <a:solidFill>
                  <a:srgbClr val="E27F2E"/>
                </a:solidFill>
                <a:latin typeface="Noto Sans TC"/>
                <a:ea typeface="Noto Sans TC"/>
                <a:cs typeface="Noto Sans TC"/>
              </a:rPr>
              <a:t>1 個數字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F07CD-7A47-4812-ABCB-2BF76EE4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12A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20212A"/>
                </a:solidFill>
                <a:latin typeface="Noto Sans TC"/>
                <a:ea typeface="Noto Sans TC"/>
                <a:cs typeface="Noto Sans TC"/>
              </a:rPr>
              <a:t>旁邊只留解釋這個數字為何重要的文字。來源放在頁腳或講者備註。</a:t>
            </a:r>
          </a:p>
        </p:txBody>
      </p:sp>
    </p:spTree>
    <p:extLst>
      <p:ext uri="{BB962C8B-B14F-4D97-AF65-F5344CB8AC3E}">
        <p14:creationId xmlns:p14="http://schemas.microsoft.com/office/powerpoint/2010/main" val="9993024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C3C66-376B-4579-808C-06D34C63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rPr>
              <a:t>不標準答案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A0FC2-0319-4F82-B361-62EC4A33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0616B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E2719-99B3-4B0F-8E4B-DB3CCF3E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A"/>
                </a:solidFill>
                <a:latin typeface="Noto Sans TC"/>
                <a:ea typeface="Noto Sans TC"/>
                <a:cs typeface="Noto Sans TC"/>
              </a:defRPr>
            </a:pPr>
            <a:r>
              <a:rPr sz="3600" b="1">
                <a:solidFill>
                  <a:srgbClr val="20212A"/>
                </a:solidFill>
                <a:latin typeface="Noto Sans TC"/>
                <a:ea typeface="Noto Sans TC"/>
                <a:cs typeface="Noto Sans TC"/>
              </a:rPr>
              <a:t>讓觀眾帶走的一句話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AB72C-6DCF-4D8A-8F0F-7159ABFD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957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27F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E27F2E"/>
                </a:solidFill>
                <a:latin typeface="Noto Sans TC"/>
                <a:ea typeface="Noto Sans TC"/>
                <a:cs typeface="Noto Sans TC"/>
              </a:rPr>
              <a:t>最後一頁不說「謝謝聆聽」</a:t>
            </a:r>
          </a:p>
        </p:txBody>
      </p:sp>
    </p:spTree>
    <p:extLst>
      <p:ext uri="{BB962C8B-B14F-4D97-AF65-F5344CB8AC3E}">
        <p14:creationId xmlns:p14="http://schemas.microsoft.com/office/powerpoint/2010/main" val="1405164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2026-09-22T04:33:10.5690000Z</dcterms:created>
  <dcterms:modified xsi:type="dcterms:W3CDTF">2026-09-22T04:33:10.5690000Z</dcterms:modified>
</coreProperties>
</file>